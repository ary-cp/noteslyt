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Practical: goal</a:t>
            </a:r>
          </a:p>
          <a:p>
            <a:r>
              <a:t>Wire the Ohm's law board circuit in minutes. MARKER-PRAC-P1.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Battery to ammeter</a:t>
            </a:r>
          </a:p>
          <a:p>
            <a:r>
              <a:t>Battery+ to ammeter+ (red). Tight connections. MARKER-PRAC-P2.</a:t>
            </a:r>
          </a:p>
        </p:txBody>
      </p:sp>
      <p:pic>
        <p:nvPicPr>
          <p:cNvPr id="3" name="Picture 2" descr="circui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0896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Resistor and rheostat</a:t>
            </a:r>
          </a:p>
          <a:p>
            <a:r>
              <a:t>Ammeter- to resistor, resistor via rheostat to battery-. MARKER-PRAC-P3.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Voltmeter across R</a:t>
            </a:r>
          </a:p>
          <a:p>
            <a:r>
              <a:t>Red where current enters, black where it leaves. Parallel only. MARKER-PRAC-P4.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600" y="187200"/>
          <a:ext cx="576000" cy="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"/>
                <a:gridCol w="288000"/>
              </a:tblGrid>
              <a:tr h="4114">
                <a:tc>
                  <a:txBody>
                    <a:bodyPr/>
                    <a:lstStyle/>
                    <a:p>
                      <a:r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</a:t>
                      </a:r>
                    </a:p>
                  </a:txBody>
                  <a:tcPr/>
                </a:tc>
              </a:tr>
              <a:tr h="4114">
                <a:tc>
                  <a:txBody>
                    <a:bodyPr/>
                    <a:lstStyle/>
                    <a:p>
                      <a:r>
                        <a:t>battery 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ammeter + (red)</a:t>
                      </a:r>
                    </a:p>
                  </a:txBody>
                  <a:tcPr/>
                </a:tc>
              </a:tr>
              <a:tr h="4114">
                <a:tc>
                  <a:txBody>
                    <a:bodyPr/>
                    <a:lstStyle/>
                    <a:p>
                      <a:r>
                        <a:t>ammeter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resistor A</a:t>
                      </a:r>
                    </a:p>
                  </a:txBody>
                  <a:tcPr/>
                </a:tc>
              </a:tr>
              <a:tr h="4114">
                <a:tc>
                  <a:txBody>
                    <a:bodyPr/>
                    <a:lstStyle/>
                    <a:p>
                      <a:r>
                        <a:t>resistor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rheostat</a:t>
                      </a:r>
                    </a:p>
                  </a:txBody>
                  <a:tcPr/>
                </a:tc>
              </a:tr>
              <a:tr h="4114">
                <a:tc>
                  <a:txBody>
                    <a:bodyPr/>
                    <a:lstStyle/>
                    <a:p>
                      <a:r>
                        <a:t>rheostat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battery -</a:t>
                      </a:r>
                    </a:p>
                  </a:txBody>
                  <a:tcPr/>
                </a:tc>
              </a:tr>
              <a:tr h="4114">
                <a:tc>
                  <a:txBody>
                    <a:bodyPr/>
                    <a:lstStyle/>
                    <a:p>
                      <a:r>
                        <a:t>voltmeter 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resistor A</a:t>
                      </a:r>
                    </a:p>
                  </a:txBody>
                  <a:tcPr/>
                </a:tc>
              </a:tr>
              <a:tr h="4116">
                <a:tc>
                  <a:txBody>
                    <a:bodyPr/>
                    <a:lstStyle/>
                    <a:p>
                      <a:r>
                        <a:t>voltmeter 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resistor 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Read the loop</a:t>
            </a:r>
          </a:p>
          <a:p>
            <a:r>
              <a:t>Battery+ ammeter+ resistor rheostat battery-. Vary, record, check V/I. MARKER-PRAC-P5.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