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" y="43200"/>
            <a:ext cx="57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Course overview</a:t>
            </a:r>
          </a:p>
          <a:p>
            <a:r>
              <a:t>Welcome to Physics 101. MARKER-PPT-OVERVIEW. Topics: vectors, energy, circuits.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" y="43200"/>
            <a:ext cx="57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Vectors recap</a:t>
            </a:r>
          </a:p>
          <a:p>
            <a:r>
              <a:t>Vector addition is component-wise. MARKER-PPT-VEC. Span and basis preview.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" y="43200"/>
            <a:ext cx="57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Energy</a:t>
            </a:r>
          </a:p>
          <a:p>
            <a:r>
              <a:t>Kinetic energy is 1/2 m v^2. MARKER-PPT-ENERGY. Conservation holds in closed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" y="43200"/>
            <a:ext cx="57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Circuits</a:t>
            </a:r>
          </a:p>
          <a:p>
            <a:r>
              <a:t>Ohm's law V = I R. MARKER-PPT-OHM. Series resistances add.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" y="43200"/>
            <a:ext cx="57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Optics</a:t>
            </a:r>
          </a:p>
          <a:p>
            <a:r>
              <a:t>Snell's law n1 sin t1 = n2 sin t2. MARKER-PPT-SNELL.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" y="43200"/>
            <a:ext cx="57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Waves</a:t>
            </a:r>
          </a:p>
          <a:p>
            <a:r>
              <a:t>Wave speed v = f lambda. MARKER-PPT-WAVE.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" y="43200"/>
            <a:ext cx="57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Review</a:t>
            </a:r>
          </a:p>
          <a:p>
            <a:r>
              <a:t>Midterm covers vectors, energy, circuits. MARKER-PPT-REVIEW.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" y="43200"/>
            <a:ext cx="57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Next steps</a:t>
            </a:r>
          </a:p>
          <a:p>
            <a:r>
              <a:t>Homework due Friday. MARKER-PPT-HW.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