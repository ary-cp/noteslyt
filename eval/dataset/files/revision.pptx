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Revision: formulae</a:t>
            </a:r>
          </a:p>
          <a:p>
            <a:r>
              <a:t>V=I*R, I=V/R, R=V/I. MARKER-REV-P1.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600" y="187200"/>
          <a:ext cx="576000" cy="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"/>
                <a:gridCol w="288000"/>
              </a:tblGrid>
              <a:tr h="7200">
                <a:tc>
                  <a:txBody>
                    <a:bodyPr/>
                    <a:lstStyle/>
                    <a:p>
                      <a:r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</a:t>
                      </a:r>
                    </a:p>
                  </a:txBody>
                  <a:tcPr/>
                </a:tc>
              </a:tr>
              <a:tr h="7200">
                <a:tc>
                  <a:txBody>
                    <a:bodyPr/>
                    <a:lstStyle/>
                    <a:p>
                      <a: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volts</a:t>
                      </a:r>
                    </a:p>
                  </a:txBody>
                  <a:tcPr/>
                </a:tc>
              </a:tr>
              <a:tr h="7200">
                <a:tc>
                  <a:txBody>
                    <a:bodyPr/>
                    <a:lstStyle/>
                    <a:p>
                      <a: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amps</a:t>
                      </a:r>
                    </a:p>
                  </a:txBody>
                  <a:tcPr/>
                </a:tc>
              </a:tr>
              <a:tr h="7200">
                <a:tc>
                  <a:txBody>
                    <a:bodyPr/>
                    <a:lstStyle/>
                    <a:p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ohms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Revision: units</a:t>
            </a:r>
          </a:p>
          <a:p>
            <a:r>
              <a:t>Volts, ohms, amps. MARKER-REV-P2.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Revision: example</a:t>
            </a:r>
          </a:p>
          <a:p>
            <a:r>
              <a:t>12V/250ohm = 48mA. MARKER-REV-P3.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Revision: wiring</a:t>
            </a:r>
          </a:p>
          <a:p>
            <a:r>
              <a:t>Ammeter series, voltmeter parallel. MARKER-REV-P4.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