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current_mA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3V</c:v>
                </c:pt>
                <c:pt idx="1">
                  <c:v>6V</c:v>
                </c:pt>
                <c:pt idx="2">
                  <c:v>9V</c:v>
                </c:pt>
                <c:pt idx="3">
                  <c:v>12V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24.0</c:v>
                </c:pt>
                <c:pt idx="2">
                  <c:v>36.0</c:v>
                </c:pt>
                <c:pt idx="3">
                  <c:v>48.0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Ohm's law in ~5 minutes</a:t>
            </a:r>
          </a:p>
          <a:p>
            <a:r>
              <a:t>Two videos, one topic. MARKER-PPT-TITLE. Theory + board practical wiring.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basic circuit</a:t>
            </a:r>
          </a:p>
          <a:p>
            <a:r>
              <a:t>Battery, wire, resistor in a loop. MARKER-PPT-CIRCUIT. Current leaves + terminal, returns to battery.</a:t>
            </a:r>
          </a:p>
        </p:txBody>
      </p:sp>
      <p:pic>
        <p:nvPicPr>
          <p:cNvPr id="3" name="Picture 2" descr="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Hose analogy</a:t>
            </a:r>
          </a:p>
          <a:p>
            <a:r>
              <a:t>Pressure = voltage, valve = resistor, flow = current. MARKER-PPT-HOSE.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 = I x R triangle</a:t>
            </a:r>
          </a:p>
          <a:p>
            <a:r>
              <a:t>Cover-and-read: V=I*R, I=V/R, R=V/I. MARKER-PPT-TRIANGLE.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Symbols and units</a:t>
            </a:r>
          </a:p>
          <a:p>
            <a:r>
              <a:t>V volts, R / ohm-sign ohms, I amps. MARKER-PPT-UNITS.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Worked example</a:t>
            </a:r>
          </a:p>
          <a:p>
            <a:r>
              <a:t>12V across 250 ohm gives 0.048A = 48mA. MARKER-PPT-EXAMPLE.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600" y="187200"/>
          <a:ext cx="576000" cy="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/>
                <a:gridCol w="288000"/>
              </a:tblGrid>
              <a:tr h="5760">
                <a:tc>
                  <a:txBody>
                    <a:bodyPr/>
                    <a:lstStyle/>
                    <a:p>
                      <a:r>
                        <a:t>voltage_V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current_mA</a:t>
                      </a:r>
                    </a:p>
                  </a:txBody>
                  <a:tcPr/>
                </a:tc>
              </a:tr>
              <a:tr h="5760"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</a:tr>
              <a:tr h="5760">
                <a:tc>
                  <a:txBody>
                    <a:bodyPr/>
                    <a:lstStyle/>
                    <a:p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24.0</a:t>
                      </a:r>
                    </a:p>
                  </a:txBody>
                  <a:tcPr/>
                </a:tc>
              </a:tr>
              <a:tr h="5760">
                <a:tc>
                  <a:txBody>
                    <a:bodyPr/>
                    <a:lstStyle/>
                    <a:p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36.0</a:t>
                      </a:r>
                    </a:p>
                  </a:txBody>
                  <a:tcPr/>
                </a:tc>
              </a:tr>
              <a:tr h="5760"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Series vs parallel</a:t>
            </a:r>
          </a:p>
          <a:p>
            <a:r>
              <a:t>Ammeter in series; voltmeter in parallel across the resistor. MARKER-PPT-SERIES.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Practical checklist</a:t>
            </a:r>
          </a:p>
          <a:p>
            <a:r>
              <a:t>Red positive, black negative, tight connections, rheostat in series. MARKER-PPT-WIRING.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V-I is a straight line through the origin</a:t>
            </a:r>
          </a:p>
          <a:p>
            <a:r>
              <a:t>Slope is 1/R. MARKER-PPT-CHART.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