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Ohm's law in ~5 minutes</a:t>
            </a:r>
          </a:p>
          <a:p>
            <a:r>
              <a:t>Two videos, one topic. MARKER-PPT-TITLE. Theory + board practical wiring.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The basic circuit</a:t>
            </a:r>
          </a:p>
          <a:p>
            <a:r>
              <a:t>Battery, wire, resistor in a loop. MARKER-PPT-CIRCUIT. Current leaves + terminal, returns to battery.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Hose analogy</a:t>
            </a:r>
          </a:p>
          <a:p>
            <a:r>
              <a:t>Pressure = voltage, valve = resistor, flow = current. MARKER-PPT-HOSE.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 = I x R triangle</a:t>
            </a:r>
          </a:p>
          <a:p>
            <a:r>
              <a:t>Cover-and-read: V=I*R, I=V/R, R=V/I. MARKER-PPT-TRIANGLE.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Symbols and units</a:t>
            </a:r>
          </a:p>
          <a:p>
            <a:r>
              <a:t>V volts, R / ohm-sign ohms, I amps. MARKER-PPT-UNITS.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Worked example</a:t>
            </a:r>
          </a:p>
          <a:p>
            <a:r>
              <a:t>12V across 250 ohm gives 0.048A = 48mA. MARKER-PPT-EXAMPLE.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Series vs parallel</a:t>
            </a:r>
          </a:p>
          <a:p>
            <a:r>
              <a:t>Ammeter in series; voltmeter in parallel across the resistor. MARKER-PPT-SERIES.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" y="43200"/>
            <a:ext cx="576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Practical checklist</a:t>
            </a:r>
          </a:p>
          <a:p>
            <a:r>
              <a:t>Red positive, black negative, tight connections, rheostat in series. MARKER-PPT-WIRING.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